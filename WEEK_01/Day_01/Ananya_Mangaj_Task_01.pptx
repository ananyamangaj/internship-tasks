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45599-64B6-4EE8-A8D6-2FA1DA34F521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50668-85E7-471B-8D50-6BADC9642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4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E0C6-8F3C-4344-CAA0-AA626F05E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40686-D3AE-A485-203F-A3AB7C3FD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67112-A96E-95E6-E1D8-F50153E3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845A1-27E9-460E-8F3D-AA376C932730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56661-F326-B91D-CA14-08A728D3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B21C-E86B-F541-F2D0-C95ED754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03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F5B1-E0E1-EE66-DDA9-FAB28394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A68-D53A-A7E4-BA01-6C8C59AF6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D19E5-8CAD-9104-12C0-97E756E2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4C3D-792D-4DDE-99FC-56F329303762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DBD6-C5A4-ADAD-E507-8D84E5D7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108A-000E-EAF7-723B-96F7C7FD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1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C540-1794-EB4B-D16F-6B73CC97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E176-83A4-E2E1-01CC-858C7EE08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72B0-D918-35ED-E580-1449FD68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573D-B842-40ED-BC5A-AC5947217815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3B3E6-99C2-DA3A-8E8F-E35A5CD3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2696-E711-6DDD-2B5F-3E0AF67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3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E814-DF32-EC06-6AFB-96E56B8A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1D98-03C8-1775-3171-1556694E6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3F2E6-3C8D-B8CF-0259-BE2A2FF5C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AEA34-1436-234A-72C6-FA277D01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F62D-0481-4932-B015-84843D8D01F3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C413F-3FF7-D34F-B173-3A87B6F2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C2BF2-BAD4-50DA-3A6A-78234A50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9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2DA0-1107-3DC4-90D0-C9175EC06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641F-DAA5-900A-BD0C-EC9DE851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D28C3-37FA-B03C-A23E-B499F527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42929-AE95-3B37-B66A-E2E74AE8E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2CB34-6009-F9D0-FCF5-32BB4F07C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C437E-11BE-D665-E570-0CE85382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E3C5-1769-4DBD-BA49-E1382CBB3784}" type="datetime1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4D4B2-2DF9-24A8-B4EF-5B24C46F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214C1-9D39-91C6-15F2-46041B5F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20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E0D3-DD5C-588B-62FC-367584A0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618B6-D6D1-CF10-4936-B7D067BC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41C52-F8A9-4BBF-8750-4AA3C61276C7}" type="datetime1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E8DFC-4887-A786-6E1B-25EF7B00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D167F-496D-A7B1-4E50-3C27D29A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6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DF3BDA-6502-43A7-8088-59DD3A41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B926-51D4-4BEE-B1BE-0875E355DA9E}" type="datetime1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DD096-1CDA-05D7-2E76-D27737D2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D6D4F-128F-0858-B05D-5FD48DC8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66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E68D-87F8-8296-494E-319462E7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F2D9-DA79-5BC8-53D0-9101A03A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6003E-726E-FD39-F355-907480384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E0F55-7643-0519-43EF-17B31A7D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A48F-7A13-4D9E-975C-26197BE82E8C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20E3-7C3E-2CB2-B330-33E79088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CB113-D10F-3348-4979-E8D867BE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52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2CAF-3EFB-DB1D-B651-FEFCA13A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6E91-B3D5-D8C6-CAA6-390A35841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E4AB4-9C97-C863-BCB4-8F834B92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A32AD-3188-098F-F036-BBEAE0E7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8D30A-91E2-4C54-BFBF-435DEC83D276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577C5-3567-FA4F-25BD-9F5C0533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AE9BC-0727-23AD-6A06-623AC1F6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92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2942-4E2F-0E69-0FEB-71712F8C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F2C5E-BD19-94D8-766F-5F2C69FA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00BF-7DBA-3705-3506-BC102A8D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E4F5-5BC7-43A1-BC5A-FA1693687FB2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D34F8-D95C-2659-50B9-44C7A671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C98F-C893-BE7A-3BC7-C86C02F6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94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F46DE-4EE3-9D20-B295-8C0AED7B1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2FFB7-B91C-0432-8B7C-628B0360C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EC35-C2E0-2BDA-DB50-DE6AC011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3CD3-7C63-4378-8975-8E6A0479381B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DD617-015F-0487-F7D7-1F9288D0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1A06-2F6E-B2EF-1973-E6ACDA68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4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E7D4A-480A-ECD7-8211-31D08516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2B406-EFF6-81D2-EED9-ED614FE47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FD0AF-C6AC-C8F0-51B0-C7883C389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B00CD-1CC4-4D92-B631-42137920F48C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D9DB-72BF-A324-51DB-B69545FCC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0A0F-CC4F-DBCE-86EC-675B3AEE9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94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C946-57AD-462F-D309-2FFDA8D41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796" y="565608"/>
            <a:ext cx="8490408" cy="119096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44093-88A2-56C3-8DC8-8C0098306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930" y="2233473"/>
            <a:ext cx="5612091" cy="413433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 an interdisciplinary field that uses scientific methods, algorithms, and systems to extract knowledge and insights from structured and unstructured data.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expertise from statistics, mathematics, and computer science to analyze, visualize, and model data, enabling organizations to predict trends and make data-driven decisions.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Data Science | Mathematics &amp; Statistics - College of Arts &amp; Sciences | USU">
            <a:extLst>
              <a:ext uri="{FF2B5EF4-FFF2-40B4-BE49-F238E27FC236}">
                <a16:creationId xmlns:a16="http://schemas.microsoft.com/office/drawing/2014/main" id="{9128B1E9-89DE-9C22-7C08-25AADB60F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941" y="1831992"/>
            <a:ext cx="4830853" cy="453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EB5A3-3DA2-1960-5CC6-A61A56A6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9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6046-8596-335E-77AE-040F143A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196" y="292231"/>
            <a:ext cx="8185608" cy="9647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DAA6E-D88B-CBB8-6711-F22FED83E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942" y="1951346"/>
            <a:ext cx="4584569" cy="451544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 a field of computer science that enables machines to simulate human intelligence, such as learning, reasoning, problem-solving, and perception.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algorithms and vast data, AI systems identify patterns to make decisions, generate content, or automate tasks without constant human intervention.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10 Generative AI Examples">
            <a:extLst>
              <a:ext uri="{FF2B5EF4-FFF2-40B4-BE49-F238E27FC236}">
                <a16:creationId xmlns:a16="http://schemas.microsoft.com/office/drawing/2014/main" id="{B65FF8A4-C535-9ABF-F7A4-82BEDDA12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 descr="10 Generative AI Examples">
            <a:extLst>
              <a:ext uri="{FF2B5EF4-FFF2-40B4-BE49-F238E27FC236}">
                <a16:creationId xmlns:a16="http://schemas.microsoft.com/office/drawing/2014/main" id="{8F91A50D-E914-83DC-8442-C26608CEDC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60" name="Picture 12" descr="10 Generative AI Examples">
            <a:extLst>
              <a:ext uri="{FF2B5EF4-FFF2-40B4-BE49-F238E27FC236}">
                <a16:creationId xmlns:a16="http://schemas.microsoft.com/office/drawing/2014/main" id="{3BBE919C-26D8-0A93-6C3F-C3E2A9DA0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42" y="1698715"/>
            <a:ext cx="7235858" cy="407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D2D8-4F7E-A995-DC02-15B9989D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16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397E-8371-2FC1-0557-77DFAAFBF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5361" y="245097"/>
            <a:ext cx="8421278" cy="96472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0C1BA-E3CB-ADF9-9DF1-370CE843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4" y="1509287"/>
            <a:ext cx="5998590" cy="445788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 (ML) is a subset of Artificial Intelligence (AI)that enables systems to learn from data, identify patterns, and improve performance over time without explicit programming.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algorithms to analyze large datasets and make predictions or decisions, powering applications like recommendation engines, image recognition, and natural language processing.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1E44D-A07E-A305-97B7-DE6EF5B5C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38" y="1640264"/>
            <a:ext cx="5626687" cy="37084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14FC0-06F6-770A-9DAB-D383E96F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31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1DFB-E9AB-1A46-0853-D9699BDE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6" y="365125"/>
            <a:ext cx="11726943" cy="132556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analysis before the business problem?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6872-A9CB-654C-8C31-5C80E384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56" y="2506662"/>
            <a:ext cx="6646682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analytics(What happened)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analytics(Why did it happened)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analytics(What will happen)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analytics(What to do now)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ypes of Data Analysis in Data Science and Its Applications">
            <a:extLst>
              <a:ext uri="{FF2B5EF4-FFF2-40B4-BE49-F238E27FC236}">
                <a16:creationId xmlns:a16="http://schemas.microsoft.com/office/drawing/2014/main" id="{958BE5F2-3426-27A9-A080-B51D2BEE7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933" y="1690688"/>
            <a:ext cx="5656721" cy="39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E6BDC-7477-860E-0451-7FCB8BA3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5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AB15-6CA6-063C-42E0-45D98E80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the project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Life Cycle of Data Science | Complete Guide In 2025 | ATH">
            <a:extLst>
              <a:ext uri="{FF2B5EF4-FFF2-40B4-BE49-F238E27FC236}">
                <a16:creationId xmlns:a16="http://schemas.microsoft.com/office/drawing/2014/main" id="{91596938-39E2-DDA3-ED4E-A16F39BE5D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748" y="2013756"/>
            <a:ext cx="519068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01B4B4-7C6D-DF52-4130-640E22B03DC3}"/>
              </a:ext>
            </a:extLst>
          </p:cNvPr>
          <p:cNvSpPr txBox="1"/>
          <p:nvPr/>
        </p:nvSpPr>
        <p:spPr>
          <a:xfrm>
            <a:off x="311085" y="1690688"/>
            <a:ext cx="59388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 Business understanding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 Data collection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 Data preparation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 Data cleaning/data wrangling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 Exploratory data analysis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 Feature engineering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  Model building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  Model evaluation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  Model validation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Deployment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Monitoring and Maintenance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46F72-A464-03D3-8338-49022215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B52D-3A4E-CAEE-F4B3-6FD4E140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437F-2D5D-8C60-266E-05F413FAC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007" y="1690688"/>
            <a:ext cx="6712669" cy="4549856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Banking---fraud detection/credit risk modelling/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algorithemic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Ecommerce---recommending products/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reviews/customer preferences/price optimization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Transport---route optimization/self driving cars/predict the traffic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care---predicting disease/drug discover/medical image analysis/patience monitoring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Education----tracking student performance/grade prediction/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/recommendation scores/chatbot student support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4F4CF-B651-D3B6-5036-8F51D0F01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07" y="1690688"/>
            <a:ext cx="5366993" cy="4143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7F51-D0A5-40E0-9799-BE8DD658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6686"/>
            <a:ext cx="2743200" cy="365125"/>
          </a:xfrm>
        </p:spPr>
        <p:txBody>
          <a:bodyPr/>
          <a:lstStyle/>
          <a:p>
            <a:fld id="{E0E32A43-9562-416B-962C-033565A22F2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6C1B-D917-5CA2-C9EE-EEC13054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CF3A-D12B-AB8B-F74B-C59865B6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84" y="2141537"/>
            <a:ext cx="5553173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 a programming language that is widely used in web applications, software development, data science, and machine learning (ML).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Python because it is efficient and easy to learn and can run on many different platforms.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What is Python programming? - techknowledgehub">
            <a:extLst>
              <a:ext uri="{FF2B5EF4-FFF2-40B4-BE49-F238E27FC236}">
                <a16:creationId xmlns:a16="http://schemas.microsoft.com/office/drawing/2014/main" id="{60650C6D-7728-1810-974E-BCB949840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736" y="2141537"/>
            <a:ext cx="5696227" cy="3952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B151A-95B5-8124-A139-370A2688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4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A8BD-CF9B-505A-668D-8AD22D01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B2CB-5AE5-94EC-C13E-A4AD26CB3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99" y="1948174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Easy to Learn and Use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Versatile and Flexible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Extensive Libraries and Frameworks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Improved Productivity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Highly Secure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Strong Community Support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Supports Multiple Programming Paradigms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Used by Top Companies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71F3C-2E5E-6DAD-AF28-4CE06A50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36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C1C3-0358-7F74-093E-71A517CE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ASOT-Bidisha" panose="00000400000000000000" pitchFamily="2" charset="0"/>
                <a:cs typeface="ASOT-Bidisha" panose="00000400000000000000" pitchFamily="2" charset="0"/>
              </a:rPr>
              <a:t>What are the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CE78-DE5B-3DBF-609C-835409D9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9029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open-source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portability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standard library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typing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support for object-oriented and functional programming.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Application Scope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C209F-5AB2-0932-2E3E-FED1635E1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228" y="1690688"/>
            <a:ext cx="6280987" cy="36826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0630A-02EE-B391-D19D-B479350C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5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09E6-3C76-D611-55FB-D7A3054A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libraries used for data science/ai/ml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6470E-032A-1B12-73DA-E076E5558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F9AA1-FDEA-5A5A-1061-D414F4892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525" y="2388027"/>
            <a:ext cx="6506459" cy="35293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2A575-1CED-C997-7767-20C58754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7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B0BA-0011-33EB-FA0F-5D3C97DA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roles we can explore in?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EA06-2F23-BDED-3BAA-61001F570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4769" y="2136710"/>
            <a:ext cx="2847680" cy="4056701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engineer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engineer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developer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 engineer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82D98-4A4B-2218-33AA-ACC6C807766E}"/>
              </a:ext>
            </a:extLst>
          </p:cNvPr>
          <p:cNvSpPr txBox="1"/>
          <p:nvPr/>
        </p:nvSpPr>
        <p:spPr>
          <a:xfrm>
            <a:off x="5753495" y="2136710"/>
            <a:ext cx="2432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architect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specialist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E616E-8010-F61E-FB54-12E7332D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7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DB27-DA18-84D2-D8EB-7C94222F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68" y="365125"/>
            <a:ext cx="11259532" cy="132556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rules of programming?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C498-CB94-0A84-6062-169D207F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90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1.Each python programming should start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position 1.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2.Variables are case sensitive.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3.If our statement is expecting some sub statement then the line should end with colon(:)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4.Every sub statement should start at forwarded position to its parent line.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5.All the sub statements of a parent line should be in the same position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F24C3-F2F1-C7DB-5890-49B6F362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982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620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ASOT-Bidisha</vt:lpstr>
      <vt:lpstr>Calibri</vt:lpstr>
      <vt:lpstr>Calibri Light</vt:lpstr>
      <vt:lpstr>Times New Roman</vt:lpstr>
      <vt:lpstr>Office Theme</vt:lpstr>
      <vt:lpstr>What is Data Science</vt:lpstr>
      <vt:lpstr>What is AI</vt:lpstr>
      <vt:lpstr>What is ML</vt:lpstr>
      <vt:lpstr>Types of data analysis before the business problem?</vt:lpstr>
      <vt:lpstr>Life cycle of the project</vt:lpstr>
      <vt:lpstr>Applications of data science</vt:lpstr>
      <vt:lpstr>What is python programming</vt:lpstr>
      <vt:lpstr>What are the advantages</vt:lpstr>
      <vt:lpstr>What are the features</vt:lpstr>
      <vt:lpstr>What are the libraries used for data science/ai/ml</vt:lpstr>
      <vt:lpstr>What are the roles we can explore in?</vt:lpstr>
      <vt:lpstr>What are the rules of programming?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 M Goudar</dc:creator>
  <cp:lastModifiedBy>ananya mangaj</cp:lastModifiedBy>
  <cp:revision>4</cp:revision>
  <dcterms:created xsi:type="dcterms:W3CDTF">2026-02-02T08:48:46Z</dcterms:created>
  <dcterms:modified xsi:type="dcterms:W3CDTF">2026-02-04T05:53:30Z</dcterms:modified>
</cp:coreProperties>
</file>